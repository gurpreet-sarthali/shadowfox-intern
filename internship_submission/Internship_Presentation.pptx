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2274" y="10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740229"/>
            <a:ext cx="9909629" cy="2860221"/>
          </a:xfrm>
        </p:spPr>
        <p:txBody>
          <a:bodyPr/>
          <a:lstStyle/>
          <a:p>
            <a:r>
              <a:rPr dirty="0"/>
              <a:t>Internship Report</a:t>
            </a:r>
            <a:r>
              <a:rPr lang="en-US" dirty="0"/>
              <a:t>-</a:t>
            </a:r>
            <a:r>
              <a:rPr lang="en-US" dirty="0" err="1"/>
              <a:t>shadowfox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90286" y="3033486"/>
            <a:ext cx="12090400" cy="4296228"/>
          </a:xfrm>
        </p:spPr>
        <p:txBody>
          <a:bodyPr>
            <a:normAutofit/>
          </a:bodyPr>
          <a:lstStyle/>
          <a:p>
            <a:r>
              <a:rPr dirty="0"/>
              <a:t>Machine Learning Internship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E13EDF-93B3-921A-E0FD-95DD11C59685}"/>
              </a:ext>
            </a:extLst>
          </p:cNvPr>
          <p:cNvSpPr txBox="1"/>
          <p:nvPr/>
        </p:nvSpPr>
        <p:spPr>
          <a:xfrm>
            <a:off x="8806545" y="5780782"/>
            <a:ext cx="74458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By-Gurpreet Singh</a:t>
            </a:r>
          </a:p>
          <a:p>
            <a:r>
              <a:rPr lang="en-US" sz="3200" dirty="0"/>
              <a:t>            IIT Jammu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This internship involved hands-on work with real-world datasets and practical problem-solving in data analysis and machine learning.</a:t>
            </a:r>
          </a:p>
          <a:p>
            <a:endParaRPr/>
          </a:p>
          <a:p>
            <a:r>
              <a:t>The work included:</a:t>
            </a:r>
          </a:p>
          <a:p>
            <a:endParaRPr/>
          </a:p>
          <a:p>
            <a:r>
              <a:t>Boston house price prediction using regression models</a:t>
            </a:r>
          </a:p>
          <a:p>
            <a:r>
              <a:t>Store sales and profit analysis using business data</a:t>
            </a:r>
          </a:p>
          <a:p>
            <a:r>
              <a:t>Data cleaning, EDA, modeling, and interpretation</a:t>
            </a:r>
          </a:p>
          <a:p>
            <a:r>
              <a:t>Visualization and report preparation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Task 1: Boston House Price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Dataset used: HousingData.csv</a:t>
            </a:r>
          </a:p>
          <a:p>
            <a:endParaRPr/>
          </a:p>
          <a:p>
            <a:r>
              <a:t>Key work done:</a:t>
            </a:r>
          </a:p>
          <a:p>
            <a:r>
              <a:t>- Checked dataset shape, target variable, missing values, and duplicates</a:t>
            </a:r>
          </a:p>
          <a:p>
            <a:r>
              <a:t>- Trained multiple regression models</a:t>
            </a:r>
          </a:p>
          <a:p>
            <a:r>
              <a:t>- Compared model performance using MAE, MSE, RMSE, and R²</a:t>
            </a:r>
          </a:p>
          <a:p>
            <a:endParaRPr/>
          </a:p>
          <a:p>
            <a:r>
              <a:t>Best model: Gradient Boosting Regressor</a:t>
            </a:r>
          </a:p>
          <a:p>
            <a:r>
              <a:t>MAE = 1.9187 | MSE = 7.3028 | RMSE = 2.7024 | R² = 0.9004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328400" cy="4525963"/>
          </a:xfrm>
        </p:spPr>
        <p:txBody>
          <a:bodyPr>
            <a:normAutofit/>
          </a:bodyPr>
          <a:lstStyle/>
          <a:p>
            <a:r>
              <a:rPr dirty="0"/>
              <a:t>Model                           MAE      </a:t>
            </a:r>
            <a:r>
              <a:rPr lang="en-US" dirty="0"/>
              <a:t>    </a:t>
            </a:r>
            <a:r>
              <a:rPr dirty="0"/>
              <a:t>MSE      </a:t>
            </a:r>
            <a:r>
              <a:rPr lang="en-US" dirty="0"/>
              <a:t>     </a:t>
            </a:r>
            <a:r>
              <a:rPr dirty="0"/>
              <a:t>RMSE     </a:t>
            </a:r>
            <a:r>
              <a:rPr lang="en-US" dirty="0"/>
              <a:t>   </a:t>
            </a:r>
            <a:r>
              <a:rPr dirty="0"/>
              <a:t> R²</a:t>
            </a:r>
          </a:p>
          <a:p>
            <a:r>
              <a:rPr dirty="0"/>
              <a:t>Linear Regression     </a:t>
            </a:r>
            <a:r>
              <a:rPr lang="en-US" dirty="0"/>
              <a:t> </a:t>
            </a:r>
            <a:r>
              <a:rPr dirty="0"/>
              <a:t> 3.1476</a:t>
            </a:r>
            <a:r>
              <a:rPr lang="en-US" dirty="0"/>
              <a:t> </a:t>
            </a:r>
            <a:r>
              <a:rPr dirty="0"/>
              <a:t>   24.9834  </a:t>
            </a:r>
            <a:r>
              <a:rPr lang="en-US" dirty="0"/>
              <a:t>   </a:t>
            </a:r>
            <a:r>
              <a:rPr dirty="0"/>
              <a:t>4.9983   </a:t>
            </a:r>
            <a:r>
              <a:rPr lang="en-US" dirty="0"/>
              <a:t>  </a:t>
            </a:r>
            <a:r>
              <a:rPr dirty="0"/>
              <a:t>0.6593</a:t>
            </a:r>
          </a:p>
          <a:p>
            <a:r>
              <a:rPr dirty="0"/>
              <a:t>Decision Tree             </a:t>
            </a:r>
            <a:r>
              <a:rPr lang="en-US" dirty="0"/>
              <a:t> </a:t>
            </a:r>
            <a:r>
              <a:rPr dirty="0"/>
              <a:t>3.1529   </a:t>
            </a:r>
            <a:r>
              <a:rPr lang="en-US" dirty="0"/>
              <a:t> </a:t>
            </a:r>
            <a:r>
              <a:rPr dirty="0"/>
              <a:t>26.1347   </a:t>
            </a:r>
            <a:r>
              <a:rPr lang="en-US" dirty="0"/>
              <a:t>   </a:t>
            </a:r>
            <a:r>
              <a:rPr dirty="0"/>
              <a:t>5.1122   </a:t>
            </a:r>
            <a:r>
              <a:rPr lang="en-US" dirty="0"/>
              <a:t>  </a:t>
            </a:r>
            <a:r>
              <a:rPr dirty="0"/>
              <a:t>0.6436</a:t>
            </a:r>
          </a:p>
          <a:p>
            <a:r>
              <a:rPr dirty="0"/>
              <a:t>Random Forest           2.0743   </a:t>
            </a:r>
            <a:r>
              <a:rPr lang="en-US" dirty="0"/>
              <a:t> </a:t>
            </a:r>
            <a:r>
              <a:rPr dirty="0"/>
              <a:t>9.1011   </a:t>
            </a:r>
            <a:r>
              <a:rPr lang="en-US" dirty="0"/>
              <a:t>     </a:t>
            </a:r>
            <a:r>
              <a:rPr dirty="0"/>
              <a:t>3.0168   </a:t>
            </a:r>
            <a:r>
              <a:rPr lang="en-US" dirty="0"/>
              <a:t>  </a:t>
            </a:r>
            <a:r>
              <a:rPr dirty="0"/>
              <a:t>0.8759</a:t>
            </a:r>
          </a:p>
          <a:p>
            <a:r>
              <a:rPr dirty="0"/>
              <a:t>Gradient Boosting     </a:t>
            </a:r>
            <a:r>
              <a:rPr lang="en-US" dirty="0"/>
              <a:t> </a:t>
            </a:r>
            <a:r>
              <a:rPr dirty="0"/>
              <a:t>1.9187   </a:t>
            </a:r>
            <a:r>
              <a:rPr lang="en-US" dirty="0"/>
              <a:t> </a:t>
            </a:r>
            <a:r>
              <a:rPr dirty="0"/>
              <a:t>7.3028  </a:t>
            </a:r>
            <a:r>
              <a:rPr lang="en-US" dirty="0"/>
              <a:t>  </a:t>
            </a:r>
            <a:r>
              <a:rPr dirty="0"/>
              <a:t> </a:t>
            </a:r>
            <a:r>
              <a:rPr lang="en-US" dirty="0"/>
              <a:t>   </a:t>
            </a:r>
            <a:r>
              <a:rPr dirty="0"/>
              <a:t>2.7024   </a:t>
            </a:r>
            <a:r>
              <a:rPr lang="en-US" dirty="0"/>
              <a:t>  </a:t>
            </a:r>
            <a:r>
              <a:rPr dirty="0"/>
              <a:t>0.9004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Task 2: Store Sales and Profit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Dataset used: Sample-Superstore.csv</a:t>
            </a:r>
          </a:p>
          <a:p>
            <a:endParaRPr/>
          </a:p>
          <a:p>
            <a:r>
              <a:t>Key findings:</a:t>
            </a:r>
          </a:p>
          <a:p>
            <a:r>
              <a:t>- Total Sales: $2,297,200.86</a:t>
            </a:r>
          </a:p>
          <a:p>
            <a:r>
              <a:t>- Total Profit: $286,397.02</a:t>
            </a:r>
          </a:p>
          <a:p>
            <a:r>
              <a:t>- Profit margin: 12.47%</a:t>
            </a:r>
          </a:p>
          <a:p>
            <a:r>
              <a:t>- West region was the strongest performer</a:t>
            </a:r>
          </a:p>
          <a:p>
            <a:r>
              <a:t>- Technology category delivered the highest profit</a:t>
            </a:r>
          </a:p>
          <a:p>
            <a:r>
              <a:t>- Consumer segment generated the highest sales and profit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11277600" cy="4708525"/>
          </a:xfrm>
        </p:spPr>
        <p:txBody>
          <a:bodyPr>
            <a:normAutofit lnSpcReduction="10000"/>
          </a:bodyPr>
          <a:lstStyle/>
          <a:p>
            <a:r>
              <a:rPr dirty="0"/>
              <a:t>The business analysis revealed important patterns for decision-making:</a:t>
            </a:r>
          </a:p>
          <a:p>
            <a:endParaRPr dirty="0"/>
          </a:p>
          <a:p>
            <a:r>
              <a:rPr dirty="0"/>
              <a:t>- The West and East regions are leading contributors to revenue</a:t>
            </a:r>
          </a:p>
          <a:p>
            <a:r>
              <a:rPr dirty="0"/>
              <a:t>- Technology products generate the strongest profit potential</a:t>
            </a:r>
          </a:p>
          <a:p>
            <a:r>
              <a:rPr dirty="0"/>
              <a:t>- Consumer customers drive the largest portion of sales</a:t>
            </a:r>
          </a:p>
          <a:p>
            <a:r>
              <a:rPr dirty="0"/>
              <a:t>- Loss-making orders should be reviewed to reduce unnecessary costs</a:t>
            </a:r>
          </a:p>
          <a:p>
            <a:r>
              <a:rPr dirty="0"/>
              <a:t>- Sales and profit show a positive but moderate relationship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Tools, Skills and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Tools used:</a:t>
            </a:r>
          </a:p>
          <a:p>
            <a:r>
              <a:t>- Python</a:t>
            </a:r>
          </a:p>
          <a:p>
            <a:r>
              <a:t>- pandas</a:t>
            </a:r>
          </a:p>
          <a:p>
            <a:r>
              <a:t>- NumPy</a:t>
            </a:r>
          </a:p>
          <a:p>
            <a:r>
              <a:t>- matplotlib</a:t>
            </a:r>
          </a:p>
          <a:p>
            <a:r>
              <a:t>- seaborn</a:t>
            </a:r>
          </a:p>
          <a:p>
            <a:r>
              <a:t>- scikit-learn</a:t>
            </a:r>
          </a:p>
          <a:p>
            <a:r>
              <a:t>- Jupyter Notebook</a:t>
            </a:r>
          </a:p>
          <a:p>
            <a:endParaRPr/>
          </a:p>
          <a:p>
            <a:r>
              <a:t>Skills developed:</a:t>
            </a:r>
          </a:p>
          <a:p>
            <a:r>
              <a:t>- Data cleaning and preprocessing</a:t>
            </a:r>
          </a:p>
          <a:p>
            <a:r>
              <a:t>- Statistical analysis and visualization</a:t>
            </a:r>
          </a:p>
          <a:p>
            <a:r>
              <a:t>- Regression modeling</a:t>
            </a:r>
          </a:p>
          <a:p>
            <a:r>
              <a:t>- Business insight generation</a:t>
            </a:r>
          </a:p>
          <a:p>
            <a:r>
              <a:t>- Documentation and presentation preparation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The internship work was completed successfully using real datasets and practical analytical methods. Both a machine learning project and a business analysis project were completed, and the results were verified. This work reflects the learning, effort, and problem-solving ability developed during the internship period.</a:t>
            </a:r>
          </a:p>
          <a:p>
            <a:endParaRPr dirty="0"/>
          </a:p>
          <a:p>
            <a:r>
              <a:rPr dirty="0"/>
              <a:t>Prepared for internship documentation and submission.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AAC8A-9B36-229E-E428-FCEB9DA1B82F}"/>
              </a:ext>
            </a:extLst>
          </p:cNvPr>
          <p:cNvSpPr txBox="1"/>
          <p:nvPr/>
        </p:nvSpPr>
        <p:spPr>
          <a:xfrm>
            <a:off x="7155543" y="627322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By-gurpreet singh-IIT Jammu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31764-0962-E8F6-688D-81C92EE1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175F6-4132-D8A9-7877-DCB7E73E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32000" y="-696686"/>
            <a:ext cx="14224000" cy="7554686"/>
          </a:xfrm>
        </p:spPr>
        <p:txBody>
          <a:bodyPr>
            <a:normAutofit/>
          </a:bodyPr>
          <a:lstStyle/>
          <a:p>
            <a:r>
              <a:rPr lang="en-US" sz="9600" dirty="0"/>
              <a:t>         Thank you </a:t>
            </a:r>
            <a:endParaRPr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DDDF1-7219-F053-1EB8-BB1B8DAE8045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1007217" flipH="1">
            <a:off x="-2245601" y="10498840"/>
            <a:ext cx="950686" cy="1399134"/>
          </a:xfrm>
        </p:spPr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5948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392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Internship Report-shadowfox</vt:lpstr>
      <vt:lpstr>Internship Overview</vt:lpstr>
      <vt:lpstr>Task 1: Boston House Price Prediction</vt:lpstr>
      <vt:lpstr>Model Comparison</vt:lpstr>
      <vt:lpstr>Task 2: Store Sales and Profit Analysis</vt:lpstr>
      <vt:lpstr>Business Insights</vt:lpstr>
      <vt:lpstr>Tools, Skills and Outcome</vt:lpstr>
      <vt:lpstr>Conclusion</vt:lpstr>
      <vt:lpstr>         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Gurpreet singh</cp:lastModifiedBy>
  <cp:revision>2</cp:revision>
  <dcterms:created xsi:type="dcterms:W3CDTF">2013-01-27T09:14:16Z</dcterms:created>
  <dcterms:modified xsi:type="dcterms:W3CDTF">2026-08-21T14:13:52Z</dcterms:modified>
  <cp:category/>
</cp:coreProperties>
</file>